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97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546" y="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419100"/>
            <a:ext cx="16256000" cy="87249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E481E87-4F4E-2C2C-4CBF-197824B2F97F}"/>
              </a:ext>
            </a:extLst>
          </p:cNvPr>
          <p:cNvSpPr/>
          <p:nvPr/>
        </p:nvSpPr>
        <p:spPr>
          <a:xfrm>
            <a:off x="431800" y="1104900"/>
            <a:ext cx="10515600" cy="21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만성 콩팥병 및 당뇨병성 </a:t>
            </a:r>
            <a:r>
              <a:rPr lang="ko-KR" altLang="en-US" sz="5400" b="1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신증</a:t>
            </a:r>
            <a:r>
              <a:rPr lang="ko-KR" altLang="en-US" sz="54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환자를 </a:t>
            </a:r>
            <a:endParaRPr lang="en-US" altLang="ko-KR" sz="5400" b="1" dirty="0">
              <a:solidFill>
                <a:schemeClr val="tx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54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위한 </a:t>
            </a:r>
            <a:r>
              <a:rPr lang="ko-KR" altLang="en-US" sz="5400" b="1" dirty="0" err="1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모티리톤</a:t>
            </a:r>
            <a:r>
              <a:rPr lang="ko-KR" altLang="en-US" sz="5400" b="1" dirty="0">
                <a:solidFill>
                  <a:schemeClr val="tx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병용 필요성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CE3B54-C3C8-B813-3AE0-CF6E99D227E3}"/>
              </a:ext>
            </a:extLst>
          </p:cNvPr>
          <p:cNvSpPr/>
          <p:nvPr/>
        </p:nvSpPr>
        <p:spPr>
          <a:xfrm>
            <a:off x="460829" y="3274786"/>
            <a:ext cx="9289143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err="1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위마비</a:t>
            </a:r>
            <a:r>
              <a:rPr lang="en-US" altLang="ko-KR" sz="4000" dirty="0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(Gastroparesis)</a:t>
            </a:r>
            <a:r>
              <a:rPr lang="ko-KR" altLang="en-US" sz="4000" dirty="0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</a:t>
            </a:r>
            <a:r>
              <a:rPr lang="en-US" altLang="ko-KR" sz="4000" dirty="0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dirty="0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위험성과</a:t>
            </a:r>
            <a:endParaRPr lang="en-US" altLang="ko-KR" sz="4000" dirty="0">
              <a:solidFill>
                <a:srgbClr val="4097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ko-KR" altLang="en-US" sz="4000" dirty="0" err="1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모티리톤</a:t>
            </a:r>
            <a:r>
              <a:rPr lang="en-US" altLang="ko-KR" sz="4000" dirty="0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4000" dirty="0" err="1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Motilitone</a:t>
            </a:r>
            <a:r>
              <a:rPr lang="en-US" altLang="ko-KR" sz="4000" dirty="0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4000" dirty="0">
                <a:solidFill>
                  <a:srgbClr val="4097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이점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686CBF-4E47-0539-AAE8-3317590C5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7227"/>
          <a:stretch>
            <a:fillRect/>
          </a:stretch>
        </p:blipFill>
        <p:spPr>
          <a:xfrm>
            <a:off x="0" y="419100"/>
            <a:ext cx="16256000" cy="74295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991E301-9296-F40E-8203-D58C53C71319}"/>
              </a:ext>
            </a:extLst>
          </p:cNvPr>
          <p:cNvSpPr/>
          <p:nvPr/>
        </p:nvSpPr>
        <p:spPr>
          <a:xfrm>
            <a:off x="0" y="7848600"/>
            <a:ext cx="16256000" cy="13106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반복되는 위장관 증상은 단순한 불편함을 넘어 </a:t>
            </a:r>
            <a:r>
              <a:rPr lang="ko-KR" altLang="en-US" sz="3200" b="1" dirty="0">
                <a:solidFill>
                  <a:srgbClr val="FFC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영양 흡수 불량</a:t>
            </a:r>
            <a:r>
              <a:rPr lang="ko-KR" altLang="en-US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간헐적 탈수를 야기하며</a:t>
            </a:r>
            <a:r>
              <a:rPr lang="en-US" altLang="ko-KR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</a:p>
          <a:p>
            <a:pPr algn="ctr"/>
            <a:r>
              <a:rPr lang="ko-KR" altLang="en-US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이는 잔여 신기능 상실을 가속화 하는 </a:t>
            </a:r>
            <a:r>
              <a:rPr lang="ko-KR" altLang="en-US" sz="3200" b="1" dirty="0">
                <a:solidFill>
                  <a:srgbClr val="FFC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치명적인 악순환의 시작점</a:t>
            </a:r>
            <a:r>
              <a:rPr lang="ko-KR" altLang="en-US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3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B8A7FD-095C-32C9-866D-0839FC2AC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228600"/>
            <a:ext cx="16256000" cy="8801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3562433-38C0-5F18-D2F0-F292CA57A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202"/>
          <a:stretch>
            <a:fillRect/>
          </a:stretch>
        </p:blipFill>
        <p:spPr>
          <a:xfrm>
            <a:off x="0" y="152400"/>
            <a:ext cx="16256000" cy="86868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691EC1D-C6F0-84C5-26D9-D31AC293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42900"/>
            <a:ext cx="16256000" cy="88011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208A0EB-25F8-44C4-35AB-9102F273E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08FFE4A-7FAE-D1E1-CE1D-B9ABB8BE0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D9B8987-55C9-0772-353B-E25E69623A6D}"/>
              </a:ext>
            </a:extLst>
          </p:cNvPr>
          <p:cNvSpPr/>
          <p:nvPr/>
        </p:nvSpPr>
        <p:spPr>
          <a:xfrm>
            <a:off x="1727200" y="526143"/>
            <a:ext cx="127254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Triple Action </a:t>
            </a:r>
            <a:r>
              <a:rPr lang="ko-KR" altLang="en-US" sz="4800" b="1" dirty="0" err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모티리톤의</a:t>
            </a:r>
            <a:r>
              <a:rPr lang="ko-KR" altLang="en-US" sz="4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효과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27ED89F-2D9C-7C27-35D3-52F4F0D06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26C9E24-641F-EC7B-83B9-90C6261C7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42900"/>
            <a:ext cx="16256000" cy="87249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DAE2A96-A741-DD30-E353-E6E181697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66700"/>
            <a:ext cx="16256000" cy="87249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69BDAE9-3879-97DB-1250-549103AF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DBD23C8-6A53-1DF4-705B-FAC069BCA209}"/>
              </a:ext>
            </a:extLst>
          </p:cNvPr>
          <p:cNvSpPr/>
          <p:nvPr/>
        </p:nvSpPr>
        <p:spPr>
          <a:xfrm>
            <a:off x="5080000" y="2895600"/>
            <a:ext cx="48768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 </a:t>
            </a:r>
            <a:r>
              <a:rPr lang="en-US" altLang="ko-KR" sz="36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Prokinetics</a:t>
            </a:r>
            <a:endParaRPr lang="ko-KR" altLang="en-US" sz="36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266700"/>
            <a:ext cx="16256000" cy="8801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474DA1B-AC0C-386A-758D-49EBD59C4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9600" y="120353"/>
            <a:ext cx="2946400" cy="4130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5703</TotalTime>
  <Words>51</Words>
  <Application>Microsoft Office PowerPoint</Application>
  <PresentationFormat>사용자 지정</PresentationFormat>
  <Paragraphs>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유요한</dc:creator>
  <cp:lastModifiedBy>요한 유</cp:lastModifiedBy>
  <cp:revision>3</cp:revision>
  <dcterms:created xsi:type="dcterms:W3CDTF">2006-08-16T00:00:00Z</dcterms:created>
  <dcterms:modified xsi:type="dcterms:W3CDTF">2026-06-01T01:10:11Z</dcterms:modified>
</cp:coreProperties>
</file>